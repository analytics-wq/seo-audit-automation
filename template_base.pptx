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4572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{Logo}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2060"/>
                </a:solidFill>
              </a:defRPr>
            </a:pPr>
            <a:r>
              <a:t>SEO Audit Proposal</a:t>
            </a:r>
            <a:br/>
            <a:r>
              <a:t>{Brand}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{Current month}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SEO Audit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Planning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Path to Digital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C27B0"/>
                </a:solidFill>
              </a:defRPr>
            </a:pPr>
            <a:r>
              <a:t>General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{Summary general overview}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C27B0"/>
                </a:solidFill>
              </a:defRPr>
            </a:pPr>
            <a:r>
              <a:t>Content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28600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{Summary content seo}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C27B0"/>
                </a:solidFill>
              </a:defRPr>
            </a:pPr>
            <a:r>
              <a:t>Technical 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8600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{Summary technical seo}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C27B0"/>
                </a:solidFill>
              </a:defRPr>
            </a:pPr>
            <a:r>
              <a:t>Domain 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{Summary domain authority}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</a:defRPr>
            </a:pPr>
            <a:r>
              <a:t>Where {Brand} Stands Today?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Organic Traffic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Competitive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User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Site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Summary - Where You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{Summary content - Issue | Impact | Action}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</a:defRPr>
            </a:pPr>
            <a:r>
              <a:t>Content Visibility Gaps &amp;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Meta Tags &amp; Heading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Keyword 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Keyword Intent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Summary - Content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{Summary content - Issue | Impact | Action}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</a:defRPr>
            </a:pPr>
            <a:r>
              <a:t>Technical Gaps Limiting Growth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Technical SEO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Summary - Technical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{Summary content - Issue | Impact | Action}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</a:defRPr>
            </a:pPr>
            <a:r>
              <a:t>Understanding Domain Authority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Domain Authority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Summary - Domain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{Summary content - Issue | Impact | Action}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</a:defRPr>
            </a:pPr>
            <a:r>
              <a:t>Steps to Improve Your SEO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SEO Audit Findings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KPI Targets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0972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{Priority}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</a:defRPr>
            </a:pPr>
            <a:r>
              <a:t>KEY INSIGHT</a:t>
            </a:r>
          </a:p>
          <a:p>
            <a:pPr>
              <a:spcBef>
                <a:spcPts val="1000"/>
              </a:spcBef>
              <a:defRPr sz="1600" b="1">
                <a:solidFill>
                  <a:srgbClr val="000000"/>
                </a:solidFill>
              </a:defRPr>
            </a:pPr>
            <a:r>
              <a:t>{Key Highlight}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{Observation &amp; Analysis}</a:t>
            </a:r>
            <a:br/>
            <a:br/>
            <a:r>
              <a:t>{Data visualizations and detailed analysis go here}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206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