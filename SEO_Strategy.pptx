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0" y="457200"/>
            <a:ext cx="1371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6464"/>
                </a:solidFill>
              </a:defRPr>
            </a:pPr>
            <a:r>
              <a:t>[Client Logo]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2060"/>
                </a:solidFill>
              </a:defRPr>
            </a:pPr>
            <a:r>
              <a:t>SEO Audit Proposal</a:t>
            </a:r>
            <a:br/>
            <a:r>
              <a:t>Client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5720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646464"/>
                </a:solidFill>
              </a:defRPr>
            </a:pPr>
            <a:r>
              <a:t>December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SEO Audit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Planning Phase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Index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Path to Digital Visibility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9C27B0"/>
                </a:solidFill>
              </a:defRPr>
            </a:pPr>
            <a:r>
              <a:t>General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828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Strong foundation with optimization opportunities for competitive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18288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9C27B0"/>
                </a:solidFill>
              </a:defRPr>
            </a:pPr>
            <a:r>
              <a:t>Content SEO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2286000"/>
            <a:ext cx="1828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Meta optimization gaps suppress visibility across indexed pages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8288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9C27B0"/>
                </a:solidFill>
              </a:defRPr>
            </a:pPr>
            <a:r>
              <a:t>Technical SEO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2286000"/>
            <a:ext cx="1828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Solid technical base at 75% enables content and authority investments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8288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9C27B0"/>
                </a:solidFill>
              </a:defRPr>
            </a:pPr>
            <a:r>
              <a:t>Domain Authority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286000"/>
            <a:ext cx="1828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Authority building required to compete for high-value terms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2060"/>
                </a:solidFill>
              </a:defRPr>
            </a:pPr>
            <a:r>
              <a:t>Where Client Stands Today?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Organic Traffic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10972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{Priority}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Bef>
                <a:spcPts val="1000"/>
              </a:spcBef>
              <a:defRPr sz="1600" b="1">
                <a:solidFill>
                  <a:srgbClr val="000000"/>
                </a:solidFill>
              </a:defRPr>
            </a:pPr>
            <a:r>
              <a:t>{Key Highlight}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{Observation &amp; Analysis}</a:t>
            </a:r>
            <a:br/>
            <a:br/>
            <a:r>
              <a:t>{Data visualizations and detailed analysis go here}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Competitive Benchmarking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10972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{Priority}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Bef>
                <a:spcPts val="1000"/>
              </a:spcBef>
              <a:defRPr sz="1600" b="1">
                <a:solidFill>
                  <a:srgbClr val="000000"/>
                </a:solidFill>
              </a:defRPr>
            </a:pPr>
            <a:r>
              <a:t>{Key Highlight}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{Observation &amp; Analysis}</a:t>
            </a:r>
            <a:br/>
            <a:br/>
            <a:r>
              <a:t>{Data visualizations and detailed analysis go here}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User Engagement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10972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{Priority}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Bef>
                <a:spcPts val="1000"/>
              </a:spcBef>
              <a:defRPr sz="1600" b="1">
                <a:solidFill>
                  <a:srgbClr val="000000"/>
                </a:solidFill>
              </a:defRPr>
            </a:pPr>
            <a:r>
              <a:t>{Key Highlight}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{Observation &amp; Analysis}</a:t>
            </a:r>
            <a:br/>
            <a:br/>
            <a:r>
              <a:t>{Data visualizations and detailed analysis go here}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Site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10972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🟡 MEDIUM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Bef>
                <a:spcPts val="1000"/>
              </a:spcBef>
              <a:defRPr sz="1600" b="1">
                <a:solidFill>
                  <a:srgbClr val="000000"/>
                </a:solidFill>
              </a:defRPr>
            </a:pPr>
            <a:r>
              <a:t>Technical foundation is solid at 75% health score, with 11 minor issues to address.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Crawled 10,000 pages | Found 11 issues | Priority: Systematic remediation required</a:t>
            </a:r>
            <a:br/>
            <a:br/>
            <a:r>
              <a:t>{Data visualizations and detailed analysis go here}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Summary - Where You Stand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📋 What is the Issue?
• Site health at 75% indicates technical foundation gaps
💥 What is the Impact?
• Google's crawl efficiency compromised, limiting indexation of valuable pages
🎯 Our Next Action
• Prioritize technical remediation to establish crawlability foundation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2060"/>
                </a:solidFill>
              </a:defRPr>
            </a:pPr>
            <a:r>
              <a:t>Content Visibility Gaps &amp; Insights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Meta Tags &amp; Heading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10972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{Priority}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Bef>
                <a:spcPts val="1000"/>
              </a:spcBef>
              <a:defRPr sz="1600" b="1">
                <a:solidFill>
                  <a:srgbClr val="000000"/>
                </a:solidFill>
              </a:defRPr>
            </a:pPr>
            <a:r>
              <a:t>{Key Highlight}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{Observation &amp; Analysis}</a:t>
            </a:r>
            <a:br/>
            <a:br/>
            <a:r>
              <a:t>{Data visualizations and detailed analysis go here}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Keyword Gap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10972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{Priority}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Bef>
                <a:spcPts val="1000"/>
              </a:spcBef>
              <a:defRPr sz="1600" b="1">
                <a:solidFill>
                  <a:srgbClr val="000000"/>
                </a:solidFill>
              </a:defRPr>
            </a:pPr>
            <a:r>
              <a:t>{Key Highlight}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{Observation &amp; Analysis}</a:t>
            </a:r>
            <a:br/>
            <a:br/>
            <a:r>
              <a:t>{Data visualizations and detailed analysis go here}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Keyword Intent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10972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{Priority}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Bef>
                <a:spcPts val="1000"/>
              </a:spcBef>
              <a:defRPr sz="1600" b="1">
                <a:solidFill>
                  <a:srgbClr val="000000"/>
                </a:solidFill>
              </a:defRPr>
            </a:pPr>
            <a:r>
              <a:t>{Key Highlight}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{Observation &amp; Analysis}</a:t>
            </a:r>
            <a:br/>
            <a:br/>
            <a:r>
              <a:t>{Data visualizations and detailed analysis go here}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Summary - Content Gaps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{Summary content - Issue | Impact | Action}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2060"/>
                </a:solidFill>
              </a:defRPr>
            </a:pPr>
            <a:r>
              <a:t>Technical Gaps Limiting Growth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Technical SEO Issues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10972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{Priority}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Bef>
                <a:spcPts val="1000"/>
              </a:spcBef>
              <a:defRPr sz="1600" b="1">
                <a:solidFill>
                  <a:srgbClr val="000000"/>
                </a:solidFill>
              </a:defRPr>
            </a:pPr>
            <a:r>
              <a:t>{Key Highlight}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{Observation &amp; Analysis}</a:t>
            </a:r>
            <a:br/>
            <a:br/>
            <a:r>
              <a:t>{Data visualizations and detailed analysis go here}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Summary - Technical Gaps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{Summary content - Issue | Impact | Action}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2060"/>
                </a:solidFill>
              </a:defRPr>
            </a:pPr>
            <a:r>
              <a:t>Understanding Domain Authority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Domain Authority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10972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{Priority}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Bef>
                <a:spcPts val="1000"/>
              </a:spcBef>
              <a:defRPr sz="1600" b="1">
                <a:solidFill>
                  <a:srgbClr val="000000"/>
                </a:solidFill>
              </a:defRPr>
            </a:pPr>
            <a:r>
              <a:t>{Key Highlight}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{Observation &amp; Analysis}</a:t>
            </a:r>
            <a:br/>
            <a:br/>
            <a:r>
              <a:t>{Data visualizations and detailed analysis go here}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Summary - Domain Authority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{Summary content - Issue | Impact | Action}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2060"/>
                </a:solidFill>
              </a:defRPr>
            </a:pPr>
            <a:r>
              <a:t>Steps to Improve Your SEO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SEO Audit Findings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10972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{Priority}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Bef>
                <a:spcPts val="1000"/>
              </a:spcBef>
              <a:defRPr sz="1600" b="1">
                <a:solidFill>
                  <a:srgbClr val="000000"/>
                </a:solidFill>
              </a:defRPr>
            </a:pPr>
            <a:r>
              <a:t>{Key Highlight}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{Observation &amp; Analysis}</a:t>
            </a:r>
            <a:br/>
            <a:br/>
            <a:r>
              <a:t>{Data visualizations and detailed analysis go here}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2060"/>
                </a:solidFill>
              </a:defRPr>
            </a:pPr>
            <a:r>
              <a:t>KPI Targets &amp; Benchmarks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10972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{Priority}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Bef>
                <a:spcPts val="1000"/>
              </a:spcBef>
              <a:defRPr sz="1600" b="1">
                <a:solidFill>
                  <a:srgbClr val="000000"/>
                </a:solidFill>
              </a:defRPr>
            </a:pPr>
            <a:r>
              <a:t>{Key Highlight}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{Observation &amp; Analysis}</a:t>
            </a:r>
            <a:br/>
            <a:br/>
            <a:r>
              <a:t>{Data visualizations and detailed analysis go here}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7432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2060"/>
                </a:solidFill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