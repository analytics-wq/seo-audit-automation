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45720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[Client Logo]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2060"/>
                </a:solidFill>
              </a:defRPr>
            </a:pPr>
            <a:r>
              <a:t>SEO Audit Proposal</a:t>
            </a:r>
            <a:br/>
            <a:r>
              <a:t>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SEO Audit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Planning Phase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Path to Digital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General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Strong foundation with optimization opportunities for competitive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Content SEO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Meta optimization gaps suppress visibility across indexed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Technical SEO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Solid technical base at 75% enables content and authority investments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Domain 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Authority building required to compete for high-value terms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Where Client Stands Today?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Organic Traffic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Competitive 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User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Site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🟡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Site health registers 75% with 11 maintenance-level issues indicating foundation is stable though optimization opportunities exist, which allowing strategic focus to shift toward content depth and authority building.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Foundation is stable with 11 maintenance items. Technical health at 75% supports growth initiatives. Focus: ongoing monitoring and gradual optimization.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Where You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📋 What is the Issue?
• Site health at 75% indicates technical foundation gaps
💥 What is the Impact?
• Google's crawl efficiency compromised, limiting indexation of valuable pages
🎯 Our Next Action
• Prioritize technical remediation to establish crawlability foundation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Content Visibility Gaps &amp; Insights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Meta Tags &amp; Heading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Keyword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Keyword Intent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Content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{Summary content - Issue | Impact | Action}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Technical Gaps Limiting Growth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Technical SEO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Technical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{Summary content - Issue | Impact | Action}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Understanding Domain Authority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Domain Authority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Domain Authority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{Summary content - Issue | Impact | Action}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Steps to Improve Your SEO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SEO Audit Findings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KPI Targets &amp;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2060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